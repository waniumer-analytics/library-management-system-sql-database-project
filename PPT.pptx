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46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63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25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95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29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2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8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910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73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4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690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8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Library Management System Analytics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Education / Library Operations Analytics Project</a:t>
            </a:r>
          </a:p>
          <a:p>
            <a:endParaRPr dirty="0"/>
          </a:p>
          <a:p>
            <a:r>
              <a:rPr lang="en-US" dirty="0"/>
              <a:t>DESIGNED BY :- WANI UMAR</a:t>
            </a:r>
            <a:endParaRPr dirty="0"/>
          </a:p>
          <a:p>
            <a:pPr marL="0" indent="0">
              <a:buNone/>
            </a:pPr>
            <a:r>
              <a:rPr lang="en-US" dirty="0"/>
              <a:t>                        (</a:t>
            </a:r>
            <a:r>
              <a:rPr dirty="0"/>
              <a:t>Data Analyst</a:t>
            </a:r>
            <a:r>
              <a:rPr lang="en-US" dirty="0"/>
              <a:t>)</a:t>
            </a:r>
            <a:endParaRPr dirty="0"/>
          </a:p>
          <a:p>
            <a:endParaRPr dirty="0"/>
          </a:p>
          <a:p>
            <a:r>
              <a:rPr dirty="0"/>
              <a:t>Tools: SQL | MySQL | Relational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This project analyzes library operations using SQL to understand:</a:t>
            </a:r>
          </a:p>
          <a:p>
            <a:r>
              <a:t>- Book borrowing patterns</a:t>
            </a:r>
          </a:p>
          <a:p>
            <a:r>
              <a:t>- Member activity</a:t>
            </a:r>
          </a:p>
          <a:p>
            <a:r>
              <a:t>- Branch performance</a:t>
            </a:r>
          </a:p>
          <a:p>
            <a:r>
              <a:t>- Rental revenue trends</a:t>
            </a:r>
          </a:p>
          <a:p>
            <a:endParaRPr/>
          </a:p>
          <a:p>
            <a:r>
              <a:t>The goal is to improve library management through data-driven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Libraries manage large volumes of books, members, and transactions.</a:t>
            </a:r>
          </a:p>
          <a:p>
            <a:r>
              <a:t>Without structured systems it becomes difficult to track:</a:t>
            </a:r>
          </a:p>
          <a:p>
            <a:r>
              <a:t>- Issued books</a:t>
            </a:r>
          </a:p>
          <a:p>
            <a:r>
              <a:t>- Overdue returns</a:t>
            </a:r>
          </a:p>
          <a:p>
            <a:r>
              <a:t>- Member activity</a:t>
            </a:r>
          </a:p>
          <a:p>
            <a:r>
              <a:t>- Branch performance</a:t>
            </a:r>
          </a:p>
          <a:p>
            <a:r>
              <a:t>- Rental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The system uses several relational tables:</a:t>
            </a:r>
          </a:p>
          <a:p>
            <a:r>
              <a:t>- books</a:t>
            </a:r>
          </a:p>
          <a:p>
            <a:r>
              <a:t>- members</a:t>
            </a:r>
          </a:p>
          <a:p>
            <a:r>
              <a:t>- issued_books</a:t>
            </a:r>
          </a:p>
          <a:p>
            <a:r>
              <a:t>- employees</a:t>
            </a:r>
          </a:p>
          <a:p>
            <a:r>
              <a:t>- branch</a:t>
            </a:r>
          </a:p>
          <a:p>
            <a:endParaRPr/>
          </a:p>
          <a:p>
            <a:r>
              <a:t>This design reflects real-world library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Relational database design was used to organize library data.</a:t>
            </a:r>
          </a:p>
          <a:p>
            <a:endParaRPr/>
          </a:p>
          <a:p>
            <a:r>
              <a:t>Tables were structured to capture:</a:t>
            </a:r>
          </a:p>
          <a:p>
            <a:r>
              <a:t>- Book inventory</a:t>
            </a:r>
          </a:p>
          <a:p>
            <a:r>
              <a:t>- Member records</a:t>
            </a:r>
          </a:p>
          <a:p>
            <a:r>
              <a:t>- Book issue transactions</a:t>
            </a:r>
          </a:p>
          <a:p>
            <a:r>
              <a:t>- Branch management</a:t>
            </a:r>
          </a:p>
          <a:p>
            <a:r>
              <a:t>- Employee 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queries were written to analyze:</a:t>
            </a:r>
          </a:p>
          <a:p>
            <a:r>
              <a:t>- Overdue books</a:t>
            </a:r>
          </a:p>
          <a:p>
            <a:r>
              <a:t>- Member borrowing patterns</a:t>
            </a:r>
          </a:p>
          <a:p>
            <a:r>
              <a:t>- Category rental activity</a:t>
            </a:r>
          </a:p>
          <a:p>
            <a:r>
              <a:t>- Branch performance</a:t>
            </a:r>
          </a:p>
          <a:p>
            <a:r>
              <a:t>- Employee productivity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Overdue Books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Several members have books beyond the allowed return period.</a:t>
            </a:r>
          </a:p>
          <a:p>
            <a:endParaRPr/>
          </a:p>
          <a:p>
            <a:r>
              <a:t>This indicates the need for stronger overdue tracking</a:t>
            </a:r>
          </a:p>
          <a:p>
            <a:r>
              <a:t>and automated reminder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Activity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members borrow significantly more books</a:t>
            </a:r>
          </a:p>
          <a:p>
            <a:r>
              <a:t>than others.</a:t>
            </a:r>
          </a:p>
          <a:p>
            <a:endParaRPr/>
          </a:p>
          <a:p>
            <a:r>
              <a:t>These highly active readers represent</a:t>
            </a:r>
          </a:p>
          <a:p>
            <a:r>
              <a:t>the most engaged library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Rental income analysis shows that certain</a:t>
            </a:r>
          </a:p>
          <a:p>
            <a:r>
              <a:t>book categories generate higher borrowing activity.</a:t>
            </a:r>
          </a:p>
          <a:p>
            <a:endParaRPr/>
          </a:p>
          <a:p>
            <a:r>
              <a:t>This helps identify the most popular genres.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Branch-level analysis revealed differences in:</a:t>
            </a:r>
          </a:p>
          <a:p>
            <a:r>
              <a:t>- Books issued</a:t>
            </a:r>
          </a:p>
          <a:p>
            <a:r>
              <a:t>- Books returned</a:t>
            </a:r>
          </a:p>
          <a:p>
            <a:r>
              <a:t>- Rental revenue</a:t>
            </a:r>
          </a:p>
          <a:p>
            <a:endParaRPr/>
          </a:p>
          <a:p>
            <a:r>
              <a:t>Some branches outperform others.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productivity analysis identified staff</a:t>
            </a:r>
          </a:p>
          <a:p>
            <a:r>
              <a:t>handling the highest number of book transactions.</a:t>
            </a:r>
          </a:p>
          <a:p>
            <a:endParaRPr/>
          </a:p>
          <a:p>
            <a:r>
              <a:t>This helps evaluate workload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insights discovered:</a:t>
            </a:r>
          </a:p>
          <a:p>
            <a:r>
              <a:t>- Overdue books are a recurring operational issue</a:t>
            </a:r>
          </a:p>
          <a:p>
            <a:r>
              <a:t>- A small group of members borrow many books</a:t>
            </a:r>
          </a:p>
          <a:p>
            <a:r>
              <a:t>- Some book categories drive most activity</a:t>
            </a:r>
          </a:p>
          <a:p>
            <a:r>
              <a:t>- Branch performance varies significantly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libraries should:</a:t>
            </a:r>
          </a:p>
          <a:p>
            <a:r>
              <a:t>- Implement automated overdue reminders</a:t>
            </a:r>
          </a:p>
          <a:p>
            <a:r>
              <a:t>- Expand high-demand book categories</a:t>
            </a:r>
          </a:p>
          <a:p>
            <a:r>
              <a:t>- Introduce member loyalty programs</a:t>
            </a:r>
          </a:p>
          <a:p>
            <a:r>
              <a:t>- Improve low-performing branches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Additional improvements include:</a:t>
            </a:r>
          </a:p>
          <a:p>
            <a:r>
              <a:t>- Better marketing for library branches</a:t>
            </a:r>
          </a:p>
          <a:p>
            <a:r>
              <a:t>- Improved book collection management</a:t>
            </a:r>
          </a:p>
          <a:p>
            <a:r>
              <a:t>- Data-driven staff allocation</a:t>
            </a:r>
          </a:p>
          <a:p>
            <a:r>
              <a:t>- Enhanced member engagement strategies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SQL-based</a:t>
            </a:r>
          </a:p>
          <a:p>
            <a:r>
              <a:t>library management systems can improve</a:t>
            </a:r>
          </a:p>
          <a:p>
            <a:r>
              <a:t>operational efficiency and generate</a:t>
            </a:r>
          </a:p>
          <a:p>
            <a:r>
              <a:t>valuable analytical insights.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8667" y="2468728"/>
            <a:ext cx="6571343" cy="2231289"/>
          </a:xfrm>
        </p:spPr>
        <p:txBody>
          <a:bodyPr>
            <a:normAutofit/>
          </a:bodyPr>
          <a:lstStyle/>
          <a:p>
            <a:r>
              <a:rPr sz="8800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1443491" y="5466346"/>
            <a:ext cx="613909" cy="45719"/>
          </a:xfrm>
        </p:spPr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419</Words>
  <Application>Microsoft Office PowerPoint</Application>
  <PresentationFormat>On-screen Show (4:3)</PresentationFormat>
  <Paragraphs>100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Library Management System Analytics Using SQL</vt:lpstr>
      <vt:lpstr>Project Overview</vt:lpstr>
      <vt:lpstr>Problem Statement</vt:lpstr>
      <vt:lpstr>Database Structure</vt:lpstr>
      <vt:lpstr>Database Design Approach</vt:lpstr>
      <vt:lpstr>Operational Analytics</vt:lpstr>
      <vt:lpstr>Overdue Books Analysis</vt:lpstr>
      <vt:lpstr>Member Activity Analysis</vt:lpstr>
      <vt:lpstr>Category Demand Analysis</vt:lpstr>
      <vt:lpstr>Branch Performance</vt:lpstr>
      <vt:lpstr>Employee Productivity</vt:lpstr>
      <vt:lpstr>Key Insights</vt:lpstr>
      <vt:lpstr>Business Recommendations</vt:lpstr>
      <vt:lpstr>Operational Improvements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3</cp:revision>
  <dcterms:created xsi:type="dcterms:W3CDTF">2013-01-27T09:14:16Z</dcterms:created>
  <dcterms:modified xsi:type="dcterms:W3CDTF">2026-03-08T06:32:03Z</dcterms:modified>
  <cp:category/>
</cp:coreProperties>
</file>